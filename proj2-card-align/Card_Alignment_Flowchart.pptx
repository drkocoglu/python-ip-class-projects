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100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440" y="71427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Card Alignment — Algorithm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51560" y="801394"/>
            <a:ext cx="2834640" cy="749808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801394"/>
            <a:ext cx="2834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photo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51560" y="1935250"/>
            <a:ext cx="2834640" cy="749808"/>
          </a:xfrm>
          <a:prstGeom prst="roundRect">
            <a:avLst>
              <a:gd name="adj" fmla="val 1097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935250"/>
            <a:ext cx="2834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image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3069106"/>
            <a:ext cx="2834640" cy="749808"/>
          </a:xfrm>
          <a:prstGeom prst="roundRect">
            <a:avLst>
              <a:gd name="adj" fmla="val 1097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069106"/>
            <a:ext cx="2834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(convolution)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out noise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4202962"/>
            <a:ext cx="2834640" cy="749808"/>
          </a:xfrm>
          <a:prstGeom prst="roundRect">
            <a:avLst>
              <a:gd name="adj" fmla="val 1097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4202962"/>
            <a:ext cx="2834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edges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magnitude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68880" y="1551202"/>
            <a:ext cx="0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68880" y="2685058"/>
            <a:ext cx="0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68880" y="3818914"/>
            <a:ext cx="0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83880" y="801394"/>
            <a:ext cx="2834640" cy="749808"/>
          </a:xfrm>
          <a:prstGeom prst="roundRect">
            <a:avLst>
              <a:gd name="adj" fmla="val 1097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801394"/>
            <a:ext cx="2834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angle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bounding box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83880" y="1935250"/>
            <a:ext cx="2834640" cy="749808"/>
          </a:xfrm>
          <a:prstGeom prst="roundRect">
            <a:avLst>
              <a:gd name="adj" fmla="val 1097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83880" y="1935250"/>
            <a:ext cx="2834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image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now straight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83880" y="3069106"/>
            <a:ext cx="2834640" cy="749808"/>
          </a:xfrm>
          <a:prstGeom prst="roundRect">
            <a:avLst>
              <a:gd name="adj" fmla="val 1097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83880" y="3069106"/>
            <a:ext cx="2834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the card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off background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83880" y="4202962"/>
            <a:ext cx="2834640" cy="1143000"/>
          </a:xfrm>
          <a:prstGeom prst="diamond">
            <a:avLst/>
          </a:prstGeom>
          <a:solidFill>
            <a:srgbClr val="7A4FB5"/>
          </a:solidFill>
          <a:ln w="12700">
            <a:solidFill>
              <a:srgbClr val="7A4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420296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than tall?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01200" y="1551202"/>
            <a:ext cx="0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01200" y="2685058"/>
            <a:ext cx="0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01200" y="3818914"/>
            <a:ext cx="0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617720" y="4399558"/>
            <a:ext cx="2834640" cy="749808"/>
          </a:xfrm>
          <a:prstGeom prst="roundRect">
            <a:avLst>
              <a:gd name="adj" fmla="val 10976"/>
            </a:avLst>
          </a:prstGeom>
          <a:solidFill>
            <a:srgbClr val="7A4FB5"/>
          </a:solidFill>
          <a:ln w="12700">
            <a:solidFill>
              <a:srgbClr val="7A4FB5"/>
            </a:solidFill>
            <a:prstDash val="solid"/>
          </a:ln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17720" y="4399558"/>
            <a:ext cx="2834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90°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it up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886200" y="4577866"/>
            <a:ext cx="27432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0520" y="1176298"/>
            <a:ext cx="0" cy="340156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1176298"/>
            <a:ext cx="402336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52360" y="4774462"/>
            <a:ext cx="73152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headEnd type="triangle"/>
          </a:ln>
        </p:spPr>
      </p:sp>
      <p:sp>
        <p:nvSpPr>
          <p:cNvPr id="31" name="Text 29"/>
          <p:cNvSpPr/>
          <p:nvPr/>
        </p:nvSpPr>
        <p:spPr>
          <a:xfrm>
            <a:off x="7589520" y="446356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4444"/>
                </a:solidFill>
              </a:rPr>
              <a:t>yes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83880" y="5867170"/>
            <a:ext cx="2834640" cy="749808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0" y="5867170"/>
            <a:ext cx="283464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Upright card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01200" y="5345962"/>
            <a:ext cx="0" cy="52120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710928" y="53642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4444"/>
                </a:solidFill>
              </a:rPr>
              <a:t>no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35040" y="5149366"/>
            <a:ext cx="0" cy="109270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6242074"/>
            <a:ext cx="214884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 Alignment Algorithm Flowchart</dc:title>
  <dc:subject>PptxGenJS Presentation</dc:subject>
  <dc:creator>PptxGenJS</dc:creator>
  <cp:lastModifiedBy>john kocoglu</cp:lastModifiedBy>
  <cp:revision>2</cp:revision>
  <dcterms:created xsi:type="dcterms:W3CDTF">2026-07-01T12:12:19Z</dcterms:created>
  <dcterms:modified xsi:type="dcterms:W3CDTF">2026-07-01T12:38:50Z</dcterms:modified>
</cp:coreProperties>
</file>